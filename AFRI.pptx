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8" r:id="rId2"/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8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46CF4-203A-AAE7-BA6C-8BAB7F634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E70B9-17B6-CC76-CE20-1D09CBE35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5150C-390D-682F-6D2B-B2331821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B57AE-25F3-CB43-910C-AC59C6B59D9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9FC9B-FCAB-6EA4-5CDB-2A6E74FE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D7A6C-ADF0-1E01-36DC-73A27279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D522D-55DF-B948-AE2E-A709A359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1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7C4BF-4077-B456-E464-349990CA0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88178-8632-0F7D-DA11-352E4F8B5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C7CD8-559E-277B-DDCD-91B28FAB0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B57AE-25F3-CB43-910C-AC59C6B59D9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40702-9650-1FD7-96B3-3B088DD7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E4B05-446C-7486-CA6C-C174B86B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D522D-55DF-B948-AE2E-A709A359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67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09C0-A33C-308B-C0DE-CEE56EE63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506BD-E429-9C58-2D77-D54DEF66C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8BE70-5D9E-FBFD-0E3F-F7E898F24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9637D-7016-0D43-FBBC-28F73BCB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B57AE-25F3-CB43-910C-AC59C6B59D9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68AA5-5549-74FB-16F7-FC659684F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C97C9-9FC3-B445-7793-90FB81BBA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D522D-55DF-B948-AE2E-A709A359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5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C16E-0D37-D2BF-2C32-BDCE06240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20441-CAB4-6BDD-3489-E0E3FBDAC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FE1D7-15C7-2A06-4FB6-131F987CA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70C623-18B3-9953-E2A7-3F21C3E00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88C18-98D9-F14B-DF8B-F8275796F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8F94C-1585-DB6B-15A0-CC51BBAE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B57AE-25F3-CB43-910C-AC59C6B59D9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DF4664-025C-59EA-7844-5BEECBC05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76686-F388-FAEA-C0BB-3BE536A0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D522D-55DF-B948-AE2E-A709A359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27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BD6F-9711-4075-EDFF-A6356E20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47F54-26C3-C390-F3BD-637E28F0B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B57AE-25F3-CB43-910C-AC59C6B59D9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92313-2917-FA50-896D-E6EFC16B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79DDB4-F621-7106-8D82-8BA162FDF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D522D-55DF-B948-AE2E-A709A359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67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391919-953A-F24F-9893-F91BA8F9F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B57AE-25F3-CB43-910C-AC59C6B59D9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D6030-876E-1CC9-7477-46087BDD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D5E82-D331-D16A-1687-EE8D327AF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D522D-55DF-B948-AE2E-A709A359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4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03868-4B9A-AC2E-EFA9-09104CE3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6E752-28C3-4BE3-B750-4B136076D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69AA7-5D25-82EA-4014-554040E0C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B2AC0-6230-3091-0D21-D09DEC879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B57AE-25F3-CB43-910C-AC59C6B59D9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F292F-E412-EA5C-DDF4-2FAEE3E19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7FCDC-1CD6-DABD-4FDE-7D065B77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D522D-55DF-B948-AE2E-A709A359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8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8F482-25DD-3315-4D25-1893A1D8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6B2FF4-8349-6528-C141-17CB30C51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6A26E-A03E-F54C-6F0B-096D835CD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386D4-EE32-2631-B78B-E55E905B7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B57AE-25F3-CB43-910C-AC59C6B59D9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C67B9-5D07-6E60-5B9E-B604B202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22FEC-6FC5-10B7-05A7-E1C532C68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D522D-55DF-B948-AE2E-A709A359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420D2-0EE4-231C-52A9-E4707AC8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96593-7D26-1CBB-E646-09B49E123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BABE0-FF52-020D-9ADC-E88D49320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B57AE-25F3-CB43-910C-AC59C6B59D9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16064-A6C3-AE66-157E-EA7CF3C7B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611A4-393B-5CB5-079D-B0A6CD85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D522D-55DF-B948-AE2E-A709A359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12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0151A-F90B-067A-C10E-15362E34A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60EF9-9391-40EE-3C56-92B4E92CA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0F921-688B-3270-25F1-5FEE67CCA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B57AE-25F3-CB43-910C-AC59C6B59D9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8BB86-4377-032B-2642-4E4DF4688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4DF4F-D62A-E34F-707D-9024188A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D522D-55DF-B948-AE2E-A709A359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4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DF7"/>
            </a:gs>
            <a:gs pos="60000">
              <a:srgbClr val="FDF6EA"/>
            </a:gs>
            <a:gs pos="100000">
              <a:srgbClr val="F4E7D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Savanna Sun"/>
          <p:cNvSpPr/>
          <p:nvPr/>
        </p:nvSpPr>
        <p:spPr>
          <a:xfrm>
            <a:off x="9550400" y="-1524000"/>
            <a:ext cx="4064000" cy="4064000"/>
          </a:xfrm>
          <a:prstGeom prst="ellipse">
            <a:avLst/>
          </a:prstGeom>
          <a:solidFill>
            <a:srgbClr val="FFB612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1" name="Acacia Hill"/>
          <p:cNvSpPr/>
          <p:nvPr/>
        </p:nvSpPr>
        <p:spPr>
          <a:xfrm>
            <a:off x="-762000" y="5384800"/>
            <a:ext cx="6350000" cy="1346200"/>
          </a:xfrm>
          <a:prstGeom prst="rtTriangle">
            <a:avLst/>
          </a:prstGeom>
          <a:solidFill>
            <a:srgbClr val="007A4D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2" name="Flag Band Green"/>
          <p:cNvSpPr/>
          <p:nvPr/>
        </p:nvSpPr>
        <p:spPr>
          <a:xfrm>
            <a:off x="0" y="6731000"/>
            <a:ext cx="7620000" cy="127000"/>
          </a:xfrm>
          <a:prstGeom prst="rect">
            <a:avLst/>
          </a:prstGeom>
          <a:solidFill>
            <a:srgbClr val="007A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3" name="Flag Band Gold"/>
          <p:cNvSpPr/>
          <p:nvPr/>
        </p:nvSpPr>
        <p:spPr>
          <a:xfrm>
            <a:off x="7620000" y="6731000"/>
            <a:ext cx="2794000" cy="127000"/>
          </a:xfrm>
          <a:prstGeom prst="rect">
            <a:avLst/>
          </a:prstGeom>
          <a:solidFill>
            <a:srgbClr val="FFB61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4" name="Flag Band Red"/>
          <p:cNvSpPr/>
          <p:nvPr/>
        </p:nvSpPr>
        <p:spPr>
          <a:xfrm>
            <a:off x="10414000" y="6731000"/>
            <a:ext cx="1778000" cy="127000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D91FC1-37B0-B348-EC64-2A94327ED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9A98E-3787-152F-A03C-F43494644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B15C7-EA40-7157-4EB4-64ADB16E1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B57AE-25F3-CB43-910C-AC59C6B59D9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85C01-A431-E13B-9862-F92B17FE8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DDABA-1D2E-1FDA-4236-EA9C903D8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ED522D-55DF-B948-AE2E-A709A359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B3B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C4A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215CA-DBD1-A9E5-B8D2-47561CBE1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4755" y="71023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ZA" dirty="0"/>
              <a:t>🇿🇦 </a:t>
            </a:r>
            <a:r>
              <a:rPr lang="en-ZA" dirty="0" err="1"/>
              <a:t>Hoekom</a:t>
            </a:r>
            <a:r>
              <a:rPr lang="en-ZA" dirty="0"/>
              <a:t> is ek trots om ’n </a:t>
            </a:r>
            <a:r>
              <a:rPr lang="en-ZA" dirty="0" err="1"/>
              <a:t>Suid</a:t>
            </a:r>
            <a:r>
              <a:rPr lang="en-ZA" dirty="0"/>
              <a:t>-Afrikaner </a:t>
            </a:r>
            <a:r>
              <a:rPr lang="en-ZA" dirty="0" err="1"/>
              <a:t>te</a:t>
            </a:r>
            <a:r>
              <a:rPr lang="en-ZA" dirty="0"/>
              <a:t> wees?</a:t>
            </a:r>
            <a:endParaRPr lang="en-US" dirty="0"/>
          </a:p>
        </p:txBody>
      </p:sp>
      <p:pic>
        <p:nvPicPr>
          <p:cNvPr id="4" name="Picture 3" descr="Emoji Holding South African Flag Emoticon Waving National Flag Of South  Africa 3d Rendering Stock Photo - Download Image Now - iStock">
            <a:extLst>
              <a:ext uri="{FF2B5EF4-FFF2-40B4-BE49-F238E27FC236}">
                <a16:creationId xmlns:a16="http://schemas.microsoft.com/office/drawing/2014/main" id="{F04F5CE5-CF2A-7E12-E57C-1B1D6BD51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341" y="3940935"/>
            <a:ext cx="3111500" cy="274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0637F6A-03C3-7A23-2F1C-13D03A4574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b="1" dirty="0" err="1"/>
              <a:t>Goeie</a:t>
            </a:r>
            <a:r>
              <a:rPr lang="en-ZA" b="1" dirty="0"/>
              <a:t> </a:t>
            </a:r>
            <a:r>
              <a:rPr lang="en-ZA" b="1" dirty="0" err="1"/>
              <a:t>dag</a:t>
            </a:r>
            <a:r>
              <a:rPr lang="en-ZA" b="1" dirty="0"/>
              <a:t> </a:t>
            </a:r>
            <a:r>
              <a:rPr lang="en-ZA" b="1" dirty="0" err="1"/>
              <a:t>almal</a:t>
            </a:r>
            <a:r>
              <a:rPr lang="en-ZA" b="1" dirty="0"/>
              <a:t>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01692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EB0F-A300-0496-FC2F-070D3776F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Hoekom</a:t>
            </a:r>
            <a:r>
              <a:rPr lang="en-ZA" dirty="0"/>
              <a:t> is ek trots om ’n </a:t>
            </a:r>
            <a:r>
              <a:rPr lang="en-ZA" dirty="0" err="1"/>
              <a:t>Suid</a:t>
            </a:r>
            <a:r>
              <a:rPr lang="en-ZA" dirty="0"/>
              <a:t>-Afrikaner </a:t>
            </a:r>
            <a:r>
              <a:rPr lang="en-ZA" dirty="0" err="1"/>
              <a:t>te</a:t>
            </a:r>
            <a:r>
              <a:rPr lang="en-ZA" dirty="0"/>
              <a:t> wees?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855B9-4CD3-94C5-05FA-F8E1363F39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ZA" dirty="0"/>
              <a:t>Want </a:t>
            </a:r>
            <a:r>
              <a:rPr lang="en-ZA" dirty="0" err="1"/>
              <a:t>ons</a:t>
            </a:r>
            <a:r>
              <a:rPr lang="en-ZA" dirty="0"/>
              <a:t> het </a:t>
            </a:r>
            <a:r>
              <a:rPr lang="en-ZA" b="1" dirty="0"/>
              <a:t>lekker kos, </a:t>
            </a:r>
            <a:r>
              <a:rPr lang="en-ZA" b="1" dirty="0" err="1"/>
              <a:t>mooi</a:t>
            </a:r>
            <a:r>
              <a:rPr lang="en-ZA" b="1" dirty="0"/>
              <a:t> </a:t>
            </a:r>
            <a:r>
              <a:rPr lang="en-ZA" b="1" dirty="0" err="1"/>
              <a:t>plekke</a:t>
            </a:r>
            <a:r>
              <a:rPr lang="en-ZA" b="1" dirty="0"/>
              <a:t> </a:t>
            </a:r>
            <a:r>
              <a:rPr lang="en-ZA" b="1" dirty="0" err="1"/>
              <a:t>en</a:t>
            </a:r>
            <a:r>
              <a:rPr lang="en-ZA" b="1" dirty="0"/>
              <a:t> die </a:t>
            </a:r>
            <a:r>
              <a:rPr lang="en-ZA" b="1" dirty="0" err="1"/>
              <a:t>snaaksste</a:t>
            </a:r>
            <a:r>
              <a:rPr lang="en-ZA" b="1" dirty="0"/>
              <a:t> </a:t>
            </a:r>
            <a:r>
              <a:rPr lang="en-ZA" b="1" dirty="0" err="1"/>
              <a:t>mense</a:t>
            </a:r>
            <a:r>
              <a:rPr lang="en-ZA" b="1" dirty="0"/>
              <a:t>!</a:t>
            </a:r>
            <a:br>
              <a:rPr lang="en-ZA" b="1" dirty="0"/>
            </a:br>
            <a:br>
              <a:rPr lang="en-ZA" b="1" dirty="0"/>
            </a:br>
            <a:endParaRPr lang="en-US" dirty="0"/>
          </a:p>
          <a:p>
            <a:endParaRPr lang="en-US" dirty="0"/>
          </a:p>
        </p:txBody>
      </p:sp>
      <p:pic>
        <p:nvPicPr>
          <p:cNvPr id="5" name="Content Placeholder 4" descr="Laughing African Girl stock vector. Illustration of african - 342837855">
            <a:extLst>
              <a:ext uri="{FF2B5EF4-FFF2-40B4-BE49-F238E27FC236}">
                <a16:creationId xmlns:a16="http://schemas.microsoft.com/office/drawing/2014/main" id="{6F051464-C6AA-09CA-335B-E4F3F7DDBB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9850" y="2686844"/>
            <a:ext cx="4686300" cy="327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1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1D1F-944B-3105-5444-8A48C8B37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Hoekom</a:t>
            </a:r>
            <a:r>
              <a:rPr lang="en-ZA" dirty="0"/>
              <a:t> is ek trots om ’n </a:t>
            </a:r>
            <a:r>
              <a:rPr lang="en-ZA" dirty="0" err="1"/>
              <a:t>Suid</a:t>
            </a:r>
            <a:r>
              <a:rPr lang="en-ZA" dirty="0"/>
              <a:t>-Afrikaner </a:t>
            </a:r>
            <a:r>
              <a:rPr lang="en-ZA" dirty="0" err="1"/>
              <a:t>te</a:t>
            </a:r>
            <a:r>
              <a:rPr lang="en-ZA" dirty="0"/>
              <a:t> wees?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0BAD-4E4F-2D6E-5D71-40709066C3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ZA" dirty="0"/>
              <a:t>Ek het </a:t>
            </a:r>
            <a:r>
              <a:rPr lang="en-ZA" dirty="0" err="1"/>
              <a:t>nie</a:t>
            </a:r>
            <a:r>
              <a:rPr lang="en-ZA" dirty="0"/>
              <a:t> ’n DNA-</a:t>
            </a:r>
            <a:r>
              <a:rPr lang="en-ZA" dirty="0" err="1"/>
              <a:t>toets</a:t>
            </a:r>
            <a:r>
              <a:rPr lang="en-ZA" dirty="0"/>
              <a:t> </a:t>
            </a:r>
            <a:r>
              <a:rPr lang="en-ZA" dirty="0" err="1"/>
              <a:t>nodig</a:t>
            </a:r>
            <a:r>
              <a:rPr lang="en-ZA" dirty="0"/>
              <a:t> </a:t>
            </a:r>
            <a:r>
              <a:rPr lang="en-ZA" dirty="0" err="1"/>
              <a:t>nie</a:t>
            </a:r>
            <a:r>
              <a:rPr lang="en-ZA" dirty="0"/>
              <a:t>. 🇿🇦 </a:t>
            </a:r>
            <a:br>
              <a:rPr lang="en-ZA" dirty="0"/>
            </a:br>
            <a:br>
              <a:rPr lang="en-ZA" dirty="0"/>
            </a:br>
            <a:br>
              <a:rPr lang="en-ZA" dirty="0"/>
            </a:br>
            <a:r>
              <a:rPr lang="en-ZA" dirty="0"/>
              <a:t>Gee my net </a:t>
            </a:r>
            <a:r>
              <a:rPr lang="en-ZA" b="1" dirty="0"/>
              <a:t>pap </a:t>
            </a:r>
            <a:r>
              <a:rPr lang="en-ZA" b="1" dirty="0" err="1"/>
              <a:t>en</a:t>
            </a:r>
            <a:r>
              <a:rPr lang="en-ZA" b="1" dirty="0"/>
              <a:t> </a:t>
            </a:r>
            <a:r>
              <a:rPr lang="en-ZA" b="1" dirty="0" err="1"/>
              <a:t>vleis</a:t>
            </a:r>
            <a:r>
              <a:rPr lang="en-ZA" dirty="0"/>
              <a:t>, </a:t>
            </a:r>
            <a:r>
              <a:rPr lang="en-ZA" dirty="0" err="1"/>
              <a:t>en</a:t>
            </a:r>
            <a:r>
              <a:rPr lang="en-ZA" dirty="0"/>
              <a:t> ek </a:t>
            </a:r>
            <a:r>
              <a:rPr lang="en-ZA" dirty="0" err="1"/>
              <a:t>sal</a:t>
            </a:r>
            <a:r>
              <a:rPr lang="en-ZA" dirty="0"/>
              <a:t> </a:t>
            </a:r>
            <a:r>
              <a:rPr lang="en-ZA" dirty="0" err="1"/>
              <a:t>bewys</a:t>
            </a:r>
            <a:r>
              <a:rPr lang="en-ZA" dirty="0"/>
              <a:t> ek is </a:t>
            </a:r>
            <a:r>
              <a:rPr lang="en-ZA" dirty="0" err="1"/>
              <a:t>Suid</a:t>
            </a:r>
            <a:r>
              <a:rPr lang="en-ZA" dirty="0"/>
              <a:t>-Afrikaans! 😂</a:t>
            </a:r>
            <a:endParaRPr lang="en-US" dirty="0"/>
          </a:p>
        </p:txBody>
      </p:sp>
      <p:pic>
        <p:nvPicPr>
          <p:cNvPr id="5" name="Content Placeholder 4" descr="PAP EN VLEIS Pan fried chuck served with pap, spinach and chakalaka The  perfect Friday fix, all that's missing is an ice cold hunters dry  @huntersciderea 😩 . . . . . . #">
            <a:extLst>
              <a:ext uri="{FF2B5EF4-FFF2-40B4-BE49-F238E27FC236}">
                <a16:creationId xmlns:a16="http://schemas.microsoft.com/office/drawing/2014/main" id="{511E18EB-D548-F722-C4DC-AD902C5983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45497" y="1825625"/>
            <a:ext cx="4082603" cy="426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47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63DD8-5E29-2615-4AF7-AA03176CE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Hoekom</a:t>
            </a:r>
            <a:r>
              <a:rPr lang="en-ZA" dirty="0"/>
              <a:t> is ek trots om ’n </a:t>
            </a:r>
            <a:r>
              <a:rPr lang="en-ZA" dirty="0" err="1"/>
              <a:t>Suid</a:t>
            </a:r>
            <a:r>
              <a:rPr lang="en-ZA" dirty="0"/>
              <a:t>-Afrikaner </a:t>
            </a:r>
            <a:r>
              <a:rPr lang="en-ZA" dirty="0" err="1"/>
              <a:t>te</a:t>
            </a:r>
            <a:r>
              <a:rPr lang="en-ZA" dirty="0"/>
              <a:t> wees?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4D7B5-0ABC-34F8-0C38-F0FE3682F6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ZA" dirty="0"/>
              <a:t>🔥 </a:t>
            </a:r>
            <a:r>
              <a:rPr lang="en-ZA" b="1" dirty="0"/>
              <a:t>Ons is mal </a:t>
            </a:r>
            <a:r>
              <a:rPr lang="en-ZA" b="1" dirty="0" err="1"/>
              <a:t>oor</a:t>
            </a:r>
            <a:r>
              <a:rPr lang="en-ZA" b="1" dirty="0"/>
              <a:t> ’n braai!</a:t>
            </a:r>
            <a:br>
              <a:rPr lang="en-ZA" dirty="0"/>
            </a:br>
            <a:r>
              <a:rPr lang="en-ZA" dirty="0"/>
              <a:t>In </a:t>
            </a:r>
            <a:r>
              <a:rPr lang="en-ZA" dirty="0" err="1"/>
              <a:t>Suid</a:t>
            </a:r>
            <a:r>
              <a:rPr lang="en-ZA" dirty="0"/>
              <a:t>-Afrika het </a:t>
            </a:r>
            <a:r>
              <a:rPr lang="en-ZA" dirty="0" err="1"/>
              <a:t>ons</a:t>
            </a:r>
            <a:r>
              <a:rPr lang="en-ZA" dirty="0"/>
              <a:t> </a:t>
            </a:r>
            <a:r>
              <a:rPr lang="en-ZA" dirty="0" err="1"/>
              <a:t>nie</a:t>
            </a:r>
            <a:r>
              <a:rPr lang="en-ZA" dirty="0"/>
              <a:t> ’n </a:t>
            </a:r>
            <a:r>
              <a:rPr lang="en-ZA" dirty="0" err="1"/>
              <a:t>wekker</a:t>
            </a:r>
            <a:r>
              <a:rPr lang="en-ZA" dirty="0"/>
              <a:t> </a:t>
            </a:r>
            <a:r>
              <a:rPr lang="en-ZA" dirty="0" err="1"/>
              <a:t>nodig</a:t>
            </a:r>
            <a:r>
              <a:rPr lang="en-ZA" dirty="0"/>
              <a:t> </a:t>
            </a:r>
            <a:r>
              <a:rPr lang="en-ZA" dirty="0" err="1"/>
              <a:t>nie</a:t>
            </a:r>
            <a:r>
              <a:rPr lang="en-ZA" dirty="0"/>
              <a:t>.</a:t>
            </a:r>
            <a:br>
              <a:rPr lang="en-ZA" dirty="0"/>
            </a:br>
            <a:r>
              <a:rPr lang="en-ZA" dirty="0" err="1"/>
              <a:t>Sê</a:t>
            </a:r>
            <a:r>
              <a:rPr lang="en-ZA" dirty="0"/>
              <a:t> net: </a:t>
            </a:r>
            <a:r>
              <a:rPr lang="en-ZA" b="1" dirty="0"/>
              <a:t>“DIE VLEIS IS REG!”</a:t>
            </a:r>
            <a:br>
              <a:rPr lang="en-ZA" dirty="0"/>
            </a:br>
            <a:r>
              <a:rPr lang="en-ZA" dirty="0"/>
              <a:t>Dan </a:t>
            </a:r>
            <a:r>
              <a:rPr lang="en-ZA" dirty="0" err="1"/>
              <a:t>staan</a:t>
            </a:r>
            <a:r>
              <a:rPr lang="en-ZA" dirty="0"/>
              <a:t> </a:t>
            </a:r>
            <a:r>
              <a:rPr lang="en-ZA" dirty="0" err="1"/>
              <a:t>almal</a:t>
            </a:r>
            <a:r>
              <a:rPr lang="en-ZA" dirty="0"/>
              <a:t> </a:t>
            </a:r>
            <a:r>
              <a:rPr lang="en-ZA" dirty="0" err="1"/>
              <a:t>sommer</a:t>
            </a:r>
            <a:r>
              <a:rPr lang="en-ZA" dirty="0"/>
              <a:t> op! 😂😂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F48C38-0C65-4CE0-B8C9-1C4B99D8C6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927915"/>
            <a:ext cx="5181600" cy="414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017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C8D3-37AE-6B15-97C6-4AA94E99A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Hoekom</a:t>
            </a:r>
            <a:r>
              <a:rPr lang="en-ZA" dirty="0"/>
              <a:t> is ek trots om ’n </a:t>
            </a:r>
            <a:r>
              <a:rPr lang="en-ZA" dirty="0" err="1"/>
              <a:t>Suid</a:t>
            </a:r>
            <a:r>
              <a:rPr lang="en-ZA" dirty="0"/>
              <a:t>-Afrikaner </a:t>
            </a:r>
            <a:r>
              <a:rPr lang="en-ZA" dirty="0" err="1"/>
              <a:t>te</a:t>
            </a:r>
            <a:r>
              <a:rPr lang="en-ZA" dirty="0"/>
              <a:t> wees?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E130B-8708-EE8F-1F88-A525D7E66E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ZA" dirty="0"/>
              <a:t>🗣️ </a:t>
            </a:r>
            <a:r>
              <a:rPr lang="en-ZA" b="1" dirty="0"/>
              <a:t>Ons het 12 </a:t>
            </a:r>
            <a:r>
              <a:rPr lang="en-ZA" b="1" dirty="0" err="1"/>
              <a:t>amptelike</a:t>
            </a:r>
            <a:r>
              <a:rPr lang="en-ZA" b="1" dirty="0"/>
              <a:t> tale!</a:t>
            </a:r>
            <a:br>
              <a:rPr lang="en-ZA" dirty="0"/>
            </a:br>
            <a:r>
              <a:rPr lang="en-ZA" dirty="0"/>
              <a:t>Soms </a:t>
            </a:r>
            <a:r>
              <a:rPr lang="en-ZA" dirty="0" err="1"/>
              <a:t>verstaan</a:t>
            </a:r>
            <a:r>
              <a:rPr lang="en-ZA" dirty="0"/>
              <a:t> ek </a:t>
            </a:r>
            <a:r>
              <a:rPr lang="en-ZA" dirty="0" err="1"/>
              <a:t>niks</a:t>
            </a:r>
            <a:r>
              <a:rPr lang="en-ZA" dirty="0"/>
              <a:t> </a:t>
            </a:r>
            <a:r>
              <a:rPr lang="en-ZA" dirty="0" err="1"/>
              <a:t>nie</a:t>
            </a:r>
            <a:r>
              <a:rPr lang="en-ZA" dirty="0"/>
              <a:t>…</a:t>
            </a:r>
            <a:br>
              <a:rPr lang="en-ZA" dirty="0"/>
            </a:br>
            <a:r>
              <a:rPr lang="en-ZA" dirty="0"/>
              <a:t>maar ek </a:t>
            </a:r>
            <a:r>
              <a:rPr lang="en-ZA" dirty="0" err="1"/>
              <a:t>glimlag</a:t>
            </a:r>
            <a:r>
              <a:rPr lang="en-ZA" dirty="0"/>
              <a:t> net </a:t>
            </a:r>
            <a:r>
              <a:rPr lang="en-ZA" dirty="0" err="1"/>
              <a:t>en</a:t>
            </a:r>
            <a:r>
              <a:rPr lang="en-ZA" dirty="0"/>
              <a:t> </a:t>
            </a:r>
            <a:r>
              <a:rPr lang="en-ZA" dirty="0" err="1"/>
              <a:t>sê</a:t>
            </a:r>
            <a:r>
              <a:rPr lang="en-ZA" dirty="0"/>
              <a:t>: </a:t>
            </a:r>
            <a:r>
              <a:rPr lang="en-ZA" b="1" dirty="0"/>
              <a:t>“Ja-</a:t>
            </a:r>
            <a:r>
              <a:rPr lang="en-ZA" b="1" dirty="0" err="1"/>
              <a:t>ja</a:t>
            </a:r>
            <a:r>
              <a:rPr lang="en-ZA" b="1" dirty="0"/>
              <a:t>!”</a:t>
            </a:r>
            <a:r>
              <a:rPr lang="en-ZA" dirty="0"/>
              <a:t> 😂</a:t>
            </a:r>
            <a:endParaRPr lang="en-US" dirty="0"/>
          </a:p>
        </p:txBody>
      </p:sp>
      <p:pic>
        <p:nvPicPr>
          <p:cNvPr id="5" name="Content Placeholder 4" descr="Common Phrases in 12 Official Languages of South Africa">
            <a:extLst>
              <a:ext uri="{FF2B5EF4-FFF2-40B4-BE49-F238E27FC236}">
                <a16:creationId xmlns:a16="http://schemas.microsoft.com/office/drawing/2014/main" id="{B40E4770-A45E-C62E-DF38-139F887983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22920" y="1825625"/>
            <a:ext cx="34536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69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5C55-D9B6-6BEA-89CC-02D455B75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Hoekom</a:t>
            </a:r>
            <a:r>
              <a:rPr lang="en-ZA" dirty="0"/>
              <a:t> is ek trots om ’n </a:t>
            </a:r>
            <a:r>
              <a:rPr lang="en-ZA" dirty="0" err="1"/>
              <a:t>Suid</a:t>
            </a:r>
            <a:r>
              <a:rPr lang="en-ZA" dirty="0"/>
              <a:t>-Afrikaner </a:t>
            </a:r>
            <a:r>
              <a:rPr lang="en-ZA" dirty="0" err="1"/>
              <a:t>te</a:t>
            </a:r>
            <a:r>
              <a:rPr lang="en-ZA" dirty="0"/>
              <a:t> wees?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2AD82-7814-EB85-8B27-CED4397A1D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ZA" dirty="0"/>
              <a:t>En </a:t>
            </a:r>
            <a:r>
              <a:rPr lang="en-ZA" dirty="0" err="1"/>
              <a:t>onthou</a:t>
            </a:r>
            <a:r>
              <a:rPr lang="en-ZA" dirty="0"/>
              <a:t>:</a:t>
            </a:r>
          </a:p>
          <a:p>
            <a:r>
              <a:rPr lang="en-ZA" b="1" dirty="0"/>
              <a:t>🇿🇦 GEEN DNA — NET RSA! 😂</a:t>
            </a:r>
          </a:p>
          <a:p>
            <a:endParaRPr lang="en-US" dirty="0"/>
          </a:p>
        </p:txBody>
      </p:sp>
      <p:pic>
        <p:nvPicPr>
          <p:cNvPr id="5" name="Content Placeholder 4" descr="Proudly South African Vinyl Stickers – Roll of 500 Stickers - 3cm Round Vinyl Stickers for Packaging">
            <a:extLst>
              <a:ext uri="{FF2B5EF4-FFF2-40B4-BE49-F238E27FC236}">
                <a16:creationId xmlns:a16="http://schemas.microsoft.com/office/drawing/2014/main" id="{8E40F828-A190-1E34-9496-9DA20E952C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10350" y="1848644"/>
            <a:ext cx="43053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70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8291923585]">
  <a:themeElements>
    <a:clrScheme name="Office">
      <a:dk1>
        <a:srgbClr val="1E2B22"/>
      </a:dk1>
      <a:lt1>
        <a:srgbClr val="FDF8F0"/>
      </a:lt1>
      <a:dk2>
        <a:srgbClr val="0B3B2E"/>
      </a:dk2>
      <a:lt2>
        <a:srgbClr val="F0E4D2"/>
      </a:lt2>
      <a:accent1>
        <a:srgbClr val="007A4D"/>
      </a:accent1>
      <a:accent2>
        <a:srgbClr val="FFB612"/>
      </a:accent2>
      <a:accent3>
        <a:srgbClr val="DE3831"/>
      </a:accent3>
      <a:accent4>
        <a:srgbClr val="002395"/>
      </a:accent4>
      <a:accent5>
        <a:srgbClr val="C77B30"/>
      </a:accent5>
      <a:accent6>
        <a:srgbClr val="6B7F5E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99046A-98E9-EB41-8C8D-9B4FCE72AA5E}">
  <we:reference id="f5f369e5-aa35-49d7-ad7b-638152ddb008" version="1.0.0.1" store="EXCatalog" storeType="EXCatalog"/>
  <we:alternateReferences>
    <we:reference id="WA200010001" version="1.0.0.1" store="en-ZA" storeType="OMEX"/>
  </we:alternateReferences>
  <we:properties>
    <we:property name="claude.fileId" value="&quot;747c75f3-5989-43e7-b89f-e5da512117b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182</Words>
  <Application>Microsoft Macintosh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Montserrat</vt:lpstr>
      <vt:lpstr>Open Sans</vt:lpstr>
      <vt:lpstr>Office Theme [1788291923585]</vt:lpstr>
      <vt:lpstr>🇿🇦 Hoekom is ek trots om ’n Suid-Afrikaner te wees?</vt:lpstr>
      <vt:lpstr>Hoekom is ek trots om ’n Suid-Afrikaner te wees?</vt:lpstr>
      <vt:lpstr>Hoekom is ek trots om ’n Suid-Afrikaner te wees?</vt:lpstr>
      <vt:lpstr>Hoekom is ek trots om ’n Suid-Afrikaner te wees?</vt:lpstr>
      <vt:lpstr>Hoekom is ek trots om ’n Suid-Afrikaner te wees?</vt:lpstr>
      <vt:lpstr>Hoekom is ek trots om ’n Suid-Afrikaner te wees?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Portia Siluma</dc:creator>
  <cp:lastModifiedBy>Portia Siluma</cp:lastModifiedBy>
  <cp:revision>3</cp:revision>
  <dcterms:created xsi:type="dcterms:W3CDTF">2026-09-01T19:43:30Z</dcterms:created>
  <dcterms:modified xsi:type="dcterms:W3CDTF">2026-09-01T20:05:19Z</dcterms:modified>
</cp:coreProperties>
</file>